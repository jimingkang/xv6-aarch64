
<file path=[Content_Types].xml><?xml version="1.0" encoding="utf-8"?>
<Types xmlns="http://schemas.openxmlformats.org/package/2006/content-types">
  <Default Extension="jpeg" ContentType="image/jpeg"/>
  <Default Extension="JPG" ContentType="image/.jpg"/>
  <Default Extension="png" ContentType="image/png"/>
  <Default Extension="rels" ContentType="application/vnd.openxmlformats-package.relationships+xml"/>
  <Default Extension="xml" ContentType="application/xml"/>
  <Override PartName="/docProps/app.xml" ContentType="application/vnd.openxmlformats-officedocument.extended-properties+xml"/>
  <Override PartName="/docProps/core.xml" ContentType="application/vnd.openxmlformats-package.core-properties+xml"/>
  <Override PartName="/docProps/custom.xml" ContentType="application/vnd.openxmlformats-officedocument.custom-properties+xml"/>
  <Override PartName="/ppt/presProps.xml" ContentType="application/vnd.openxmlformats-officedocument.presentationml.presProps+xml"/>
  <Override PartName="/ppt/presentation.xml" ContentType="application/vnd.openxmlformats-officedocument.presentationml.presentation.main+xml"/>
  <Override PartName="/ppt/slideLayouts/slideLayout1.xml" ContentType="application/vnd.openxmlformats-officedocument.presentationml.slideLayout+xml"/>
  <Override PartName="/ppt/slideLayouts/slideLayout10.xml" ContentType="application/vnd.openxmlformats-officedocument.presentationml.slideLayout+xml"/>
  <Override PartName="/ppt/slideLayouts/slideLayout1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ppt/slideLayouts/slideLayout8.xml" ContentType="application/vnd.openxmlformats-officedocument.presentationml.slideLayout+xml"/>
  <Override PartName="/ppt/slideLayouts/slideLayout9.xml" ContentType="application/vnd.openxmlformats-officedocument.presentationml.slideLayout+xml"/>
  <Override PartName="/ppt/slideMasters/slideMaster1.xml" ContentType="application/vnd.openxmlformats-officedocument.presentationml.slideMaster+xml"/>
  <Override PartName="/ppt/slides/slide1.xml" ContentType="application/vnd.openxmlformats-officedocument.presentationml.slide+xml"/>
  <Override PartName="/ppt/slides/slide10.xml" ContentType="application/vnd.openxmlformats-officedocument.presentationml.slide+xml"/>
  <Override PartName="/ppt/slides/slide11.xml" ContentType="application/vnd.openxmlformats-officedocument.presentationml.slide+xml"/>
  <Override PartName="/ppt/slides/slide12.xml" ContentType="application/vnd.openxmlformats-officedocument.presentationml.slide+xml"/>
  <Override PartName="/ppt/slides/slide13.xml" ContentType="application/vnd.openxmlformats-officedocument.presentationml.slide+xml"/>
  <Override PartName="/ppt/slides/slide14.xml" ContentType="application/vnd.openxmlformats-officedocument.presentationml.slide+xml"/>
  <Override PartName="/ppt/slides/slide15.xml" ContentType="application/vnd.openxmlformats-officedocument.presentationml.slide+xml"/>
  <Override PartName="/ppt/slides/slide16.xml" ContentType="application/vnd.openxmlformats-officedocument.presentationml.slide+xml"/>
  <Override PartName="/ppt/slides/slide17.xml" ContentType="application/vnd.openxmlformats-officedocument.presentationml.slide+xml"/>
  <Override PartName="/ppt/slides/slide18.xml" ContentType="application/vnd.openxmlformats-officedocument.presentationml.slide+xml"/>
  <Override PartName="/ppt/slides/slide19.xml" ContentType="application/vnd.openxmlformats-officedocument.presentationml.slide+xml"/>
  <Override PartName="/ppt/slides/slide2.xml" ContentType="application/vnd.openxmlformats-officedocument.presentationml.slide+xml"/>
  <Override PartName="/ppt/slides/slide20.xml" ContentType="application/vnd.openxmlformats-officedocument.presentationml.slide+xml"/>
  <Override PartName="/ppt/slides/slide21.xml" ContentType="application/vnd.openxmlformats-officedocument.presentationml.slide+xml"/>
  <Override PartName="/ppt/slides/slide22.xml" ContentType="application/vnd.openxmlformats-officedocument.presentationml.slide+xml"/>
  <Override PartName="/ppt/slides/slide23.xml" ContentType="application/vnd.openxmlformats-officedocument.presentationml.slide+xml"/>
  <Override PartName="/ppt/slides/slide24.xml" ContentType="application/vnd.openxmlformats-officedocument.presentationml.slide+xml"/>
  <Override PartName="/ppt/slides/slide25.xml" ContentType="application/vnd.openxmlformats-officedocument.presentationml.slide+xml"/>
  <Override PartName="/ppt/slides/slide26.xml" ContentType="application/vnd.openxmlformats-officedocument.presentationml.slide+xml"/>
  <Override PartName="/ppt/slides/slide27.xml" ContentType="application/vnd.openxmlformats-officedocument.presentationml.slide+xml"/>
  <Override PartName="/ppt/slides/slide28.xml" ContentType="application/vnd.openxmlformats-officedocument.presentationml.slide+xml"/>
  <Override PartName="/ppt/slides/slide29.xml" ContentType="application/vnd.openxmlformats-officedocument.presentationml.slide+xml"/>
  <Override PartName="/ppt/slides/slide3.xml" ContentType="application/vnd.openxmlformats-officedocument.presentationml.slide+xml"/>
  <Override PartName="/ppt/slides/slide30.xml" ContentType="application/vnd.openxmlformats-officedocument.presentationml.slide+xml"/>
  <Override PartName="/ppt/slides/slide31.xml" ContentType="application/vnd.openxmlformats-officedocument.presentationml.slide+xml"/>
  <Override PartName="/ppt/slides/slide32.xml" ContentType="application/vnd.openxmlformats-officedocument.presentationml.slide+xml"/>
  <Override PartName="/ppt/slides/slide33.xml" ContentType="application/vnd.openxmlformats-officedocument.presentationml.slide+xml"/>
  <Override PartName="/ppt/slides/slide34.xml" ContentType="application/vnd.openxmlformats-officedocument.presentationml.slide+xml"/>
  <Override PartName="/ppt/slides/slide35.xml" ContentType="application/vnd.openxmlformats-officedocument.presentationml.slide+xml"/>
  <Override PartName="/ppt/slides/slide36.xml" ContentType="application/vnd.openxmlformats-officedocument.presentationml.slide+xml"/>
  <Override PartName="/ppt/slides/slide37.xml" ContentType="application/vnd.openxmlformats-officedocument.presentationml.slide+xml"/>
  <Override PartName="/ppt/slides/slide38.xml" ContentType="application/vnd.openxmlformats-officedocument.presentationml.slide+xml"/>
  <Override PartName="/ppt/slides/slide39.xml" ContentType="application/vnd.openxmlformats-officedocument.presentationml.slide+xml"/>
  <Override PartName="/ppt/slides/slide4.xml" ContentType="application/vnd.openxmlformats-officedocument.presentationml.slide+xml"/>
  <Override PartName="/ppt/slides/slide40.xml" ContentType="application/vnd.openxmlformats-officedocument.presentationml.slide+xml"/>
  <Override PartName="/ppt/slides/slide41.xml" ContentType="application/vnd.openxmlformats-officedocument.presentationml.slide+xml"/>
  <Override PartName="/ppt/slides/slide42.xml" ContentType="application/vnd.openxmlformats-officedocument.presentationml.slide+xml"/>
  <Override PartName="/ppt/slides/slide43.xml" ContentType="application/vnd.openxmlformats-officedocument.presentationml.slide+xml"/>
  <Override PartName="/ppt/slides/slide44.xml" ContentType="application/vnd.openxmlformats-officedocument.presentationml.slide+xml"/>
  <Override PartName="/ppt/slides/slide45.xml" ContentType="application/vnd.openxmlformats-officedocument.presentationml.slide+xml"/>
  <Override PartName="/ppt/slides/slide46.xml" ContentType="application/vnd.openxmlformats-officedocument.presentationml.slide+xml"/>
  <Override PartName="/ppt/slides/slide47.xml" ContentType="application/vnd.openxmlformats-officedocument.presentationml.slide+xml"/>
  <Override PartName="/ppt/slides/slide48.xml" ContentType="application/vnd.openxmlformats-officedocument.presentationml.slide+xml"/>
  <Override PartName="/ppt/slides/slide49.xml" ContentType="application/vnd.openxmlformats-officedocument.presentationml.slide+xml"/>
  <Override PartName="/ppt/slides/slide5.xml" ContentType="application/vnd.openxmlformats-officedocument.presentationml.slide+xml"/>
  <Override PartName="/ppt/slides/slide50.xml" ContentType="application/vnd.openxmlformats-officedocument.presentationml.slide+xml"/>
  <Override PartName="/ppt/slides/slide51.xml" ContentType="application/vnd.openxmlformats-officedocument.presentationml.slide+xml"/>
  <Override PartName="/ppt/slides/slide52.xml" ContentType="application/vnd.openxmlformats-officedocument.presentationml.slide+xml"/>
  <Override PartName="/ppt/slides/slide53.xml" ContentType="application/vnd.openxmlformats-officedocument.presentationml.slide+xml"/>
  <Override PartName="/ppt/slides/slide54.xml" ContentType="application/vnd.openxmlformats-officedocument.presentationml.slide+xml"/>
  <Override PartName="/ppt/slides/slide55.xml" ContentType="application/vnd.openxmlformats-officedocument.presentationml.slide+xml"/>
  <Override PartName="/ppt/slides/slide56.xml" ContentType="application/vnd.openxmlformats-officedocument.presentationml.slide+xml"/>
  <Override PartName="/ppt/slides/slide57.xml" ContentType="application/vnd.openxmlformats-officedocument.presentationml.slide+xml"/>
  <Override PartName="/ppt/slides/slide58.xml" ContentType="application/vnd.openxmlformats-officedocument.presentationml.slide+xml"/>
  <Override PartName="/ppt/slides/slide59.xml" ContentType="application/vnd.openxmlformats-officedocument.presentationml.slide+xml"/>
  <Override PartName="/ppt/slides/slide6.xml" ContentType="application/vnd.openxmlformats-officedocument.presentationml.slide+xml"/>
  <Override PartName="/ppt/slides/slide60.xml" ContentType="application/vnd.openxmlformats-officedocument.presentationml.slide+xml"/>
  <Override PartName="/ppt/slides/slide61.xml" ContentType="application/vnd.openxmlformats-officedocument.presentationml.slide+xml"/>
  <Override PartName="/ppt/slides/slide62.xml" ContentType="application/vnd.openxmlformats-officedocument.presentationml.slide+xml"/>
  <Override PartName="/ppt/slides/slide63.xml" ContentType="application/vnd.openxmlformats-officedocument.presentationml.slide+xml"/>
  <Override PartName="/ppt/slides/slide64.xml" ContentType="application/vnd.openxmlformats-officedocument.presentationml.slide+xml"/>
  <Override PartName="/ppt/slides/slide65.xml" ContentType="application/vnd.openxmlformats-officedocument.presentationml.slide+xml"/>
  <Override PartName="/ppt/slides/slide66.xml" ContentType="application/vnd.openxmlformats-officedocument.presentationml.slide+xml"/>
  <Override PartName="/ppt/slides/slide67.xml" ContentType="application/vnd.openxmlformats-officedocument.presentationml.slide+xml"/>
  <Override PartName="/ppt/slides/slide68.xml" ContentType="application/vnd.openxmlformats-officedocument.presentationml.slide+xml"/>
  <Override PartName="/ppt/slides/slide7.xml" ContentType="application/vnd.openxmlformats-officedocument.presentationml.slide+xml"/>
  <Override PartName="/ppt/slides/slide8.xml" ContentType="application/vnd.openxmlformats-officedocument.presentationml.slide+xml"/>
  <Override PartName="/ppt/slides/slide9.xml" ContentType="application/vnd.openxmlformats-officedocument.presentationml.slide+xml"/>
  <Override PartName="/ppt/tableStyles.xml" ContentType="application/vnd.openxmlformats-officedocument.presentationml.tableStyles+xml"/>
  <Override PartName="/ppt/theme/theme1.xml" ContentType="application/vnd.openxmlformats-officedocument.theme+xml"/>
  <Override PartName="/ppt/viewProps.xml" ContentType="application/vnd.openxmlformats-officedocument.presentationml.viewProps+xml"/>
</Types>
</file>

<file path=_rels/.rels><?xml version="1.0" encoding="UTF-8" standalone="yes"?>
<Relationships xmlns="http://schemas.openxmlformats.org/package/2006/relationships"><Relationship Id="rId1" Type="http://schemas.openxmlformats.org/officeDocument/2006/relationships/officeDocument" Target="ppt/presentation.xml"/><Relationship Id="rId4" Type="http://schemas.openxmlformats.org/package/2006/relationships/metadata/thumbnail" Target="docProps/thumbnail.jpeg"/><Relationship Id="rId3" Type="http://schemas.openxmlformats.org/package/2006/relationships/metadata/core-properties" Target="docProps/core.xml"/><Relationship Id="rId2" Type="http://schemas.openxmlformats.org/officeDocument/2006/relationships/extended-properties" Target="docProps/app.xml"/><Relationship Id="rId5" Type="http://schemas.openxmlformats.org/officeDocument/2006/relationships/custom-properties" Target="docProps/custom.xml"/></Relationships>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>
  <p:sldMasterIdLst>
    <p:sldMasterId id="2147483648" r:id="rId1"/>
  </p:sldMasterIdLst>
  <p:sldIdLst>
    <p:sldId id="256" r:id="rId3"/>
    <p:sldId id="257" r:id="rId4"/>
    <p:sldId id="258" r:id="rId5"/>
    <p:sldId id="316" r:id="rId6"/>
    <p:sldId id="317" r:id="rId7"/>
    <p:sldId id="318" r:id="rId8"/>
    <p:sldId id="319" r:id="rId9"/>
    <p:sldId id="259" r:id="rId10"/>
    <p:sldId id="260" r:id="rId11"/>
    <p:sldId id="264" r:id="rId12"/>
    <p:sldId id="263" r:id="rId13"/>
    <p:sldId id="262" r:id="rId14"/>
    <p:sldId id="329" r:id="rId15"/>
    <p:sldId id="330" r:id="rId16"/>
    <p:sldId id="325" r:id="rId17"/>
    <p:sldId id="327" r:id="rId18"/>
    <p:sldId id="326" r:id="rId19"/>
    <p:sldId id="309" r:id="rId20"/>
    <p:sldId id="306" r:id="rId21"/>
    <p:sldId id="328" r:id="rId22"/>
    <p:sldId id="308" r:id="rId23"/>
    <p:sldId id="273" r:id="rId24"/>
    <p:sldId id="284" r:id="rId25"/>
    <p:sldId id="282" r:id="rId26"/>
    <p:sldId id="283" r:id="rId27"/>
    <p:sldId id="274" r:id="rId28"/>
    <p:sldId id="275" r:id="rId29"/>
    <p:sldId id="276" r:id="rId30"/>
    <p:sldId id="277" r:id="rId31"/>
    <p:sldId id="278" r:id="rId32"/>
    <p:sldId id="279" r:id="rId33"/>
    <p:sldId id="285" r:id="rId34"/>
    <p:sldId id="286" r:id="rId35"/>
    <p:sldId id="280" r:id="rId36"/>
    <p:sldId id="281" r:id="rId37"/>
    <p:sldId id="287" r:id="rId38"/>
    <p:sldId id="288" r:id="rId39"/>
    <p:sldId id="289" r:id="rId40"/>
    <p:sldId id="290" r:id="rId41"/>
    <p:sldId id="291" r:id="rId42"/>
    <p:sldId id="293" r:id="rId43"/>
    <p:sldId id="294" r:id="rId44"/>
    <p:sldId id="292" r:id="rId45"/>
    <p:sldId id="295" r:id="rId46"/>
    <p:sldId id="296" r:id="rId47"/>
    <p:sldId id="297" r:id="rId48"/>
    <p:sldId id="298" r:id="rId49"/>
    <p:sldId id="299" r:id="rId50"/>
    <p:sldId id="300" r:id="rId51"/>
    <p:sldId id="301" r:id="rId52"/>
    <p:sldId id="302" r:id="rId53"/>
    <p:sldId id="303" r:id="rId54"/>
    <p:sldId id="304" r:id="rId55"/>
    <p:sldId id="271" r:id="rId56"/>
    <p:sldId id="305" r:id="rId57"/>
    <p:sldId id="272" r:id="rId58"/>
    <p:sldId id="312" r:id="rId59"/>
    <p:sldId id="311" r:id="rId60"/>
    <p:sldId id="313" r:id="rId61"/>
    <p:sldId id="314" r:id="rId62"/>
    <p:sldId id="315" r:id="rId63"/>
    <p:sldId id="265" r:id="rId64"/>
    <p:sldId id="266" r:id="rId65"/>
    <p:sldId id="267" r:id="rId66"/>
    <p:sldId id="268" r:id="rId67"/>
    <p:sldId id="269" r:id="rId68"/>
    <p:sldId id="270" r:id="rId69"/>
    <p:sldId id="261" r:id="rId70"/>
  </p:sldIdLst>
  <p:sldSz cx="16256000" cy="9144000"/>
  <p:notesSz cx="6858000" cy="9144000"/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  <p:extLst>
    <p:ext uri="{EFAFB233-063F-42B5-8137-9DF3F51BA10A}">
      <p15:sldGuideLst xmlns:p15="http://schemas.microsoft.com/office/powerpoint/2012/main">
        <p15:guide id="1" orient="horz" pos="2160" userDrawn="1">
          <p15:clr>
            <a:srgbClr val="A4A3A4"/>
          </p15:clr>
        </p15:guide>
        <p15:guide id="2" pos="2887" userDrawn="1">
          <p15:clr>
            <a:srgbClr val="A4A3A4"/>
          </p15:clr>
        </p15:guide>
      </p15:sldGuideLst>
    </p:ext>
  </p:extLst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 lastView="sldThumbnailView">
  <p:normalViewPr>
    <p:restoredLeft sz="15620" autoAdjust="0"/>
    <p:restoredTop sz="94622" autoAdjust="0"/>
  </p:normalViewPr>
  <p:slideViewPr>
    <p:cSldViewPr showGuides="1">
      <p:cViewPr varScale="1">
        <p:scale>
          <a:sx n="74" d="100"/>
          <a:sy n="74" d="100"/>
        </p:scale>
        <p:origin x="-1092" y="-90"/>
      </p:cViewPr>
      <p:guideLst>
        <p:guide orient="horz" pos="2160"/>
        <p:guide pos="2887"/>
      </p:guideLst>
    </p:cSldViewPr>
  </p:slideViewPr>
  <p:outlineViewPr>
    <p:cViewPr>
      <p:scale>
        <a:sx n="33" d="100"/>
        <a:sy n="33" d="100"/>
      </p:scale>
      <p:origin x="0" y="0"/>
    </p:cViewPr>
  </p:outlineViewPr>
  <p:notesTextViewPr>
    <p:cViewPr>
      <p:scale>
        <a:sx n="100" d="100"/>
        <a:sy n="100" d="100"/>
      </p:scale>
      <p:origin x="0" y="0"/>
    </p:cViewPr>
  </p:notesTextViewPr>
  <p:gridSpacing cx="76200" cy="76200"/>
</p:viewPr>
</file>

<file path=ppt/_rels/presentation.xml.rels><?xml version="1.0" encoding="UTF-8" standalone="yes"?>
<Relationships xmlns="http://schemas.openxmlformats.org/package/2006/relationships"><Relationship Id="rId9" Type="http://schemas.openxmlformats.org/officeDocument/2006/relationships/slide" Target="slides/slide7.xml"/><Relationship Id="rId8" Type="http://schemas.openxmlformats.org/officeDocument/2006/relationships/slide" Target="slides/slide6.xml"/><Relationship Id="rId73" Type="http://schemas.openxmlformats.org/officeDocument/2006/relationships/tableStyles" Target="tableStyles.xml"/><Relationship Id="rId72" Type="http://schemas.openxmlformats.org/officeDocument/2006/relationships/viewProps" Target="viewProps.xml"/><Relationship Id="rId71" Type="http://schemas.openxmlformats.org/officeDocument/2006/relationships/presProps" Target="presProps.xml"/><Relationship Id="rId70" Type="http://schemas.openxmlformats.org/officeDocument/2006/relationships/slide" Target="slides/slide68.xml"/><Relationship Id="rId7" Type="http://schemas.openxmlformats.org/officeDocument/2006/relationships/slide" Target="slides/slide5.xml"/><Relationship Id="rId69" Type="http://schemas.openxmlformats.org/officeDocument/2006/relationships/slide" Target="slides/slide67.xml"/><Relationship Id="rId68" Type="http://schemas.openxmlformats.org/officeDocument/2006/relationships/slide" Target="slides/slide66.xml"/><Relationship Id="rId67" Type="http://schemas.openxmlformats.org/officeDocument/2006/relationships/slide" Target="slides/slide65.xml"/><Relationship Id="rId66" Type="http://schemas.openxmlformats.org/officeDocument/2006/relationships/slide" Target="slides/slide64.xml"/><Relationship Id="rId65" Type="http://schemas.openxmlformats.org/officeDocument/2006/relationships/slide" Target="slides/slide63.xml"/><Relationship Id="rId64" Type="http://schemas.openxmlformats.org/officeDocument/2006/relationships/slide" Target="slides/slide62.xml"/><Relationship Id="rId63" Type="http://schemas.openxmlformats.org/officeDocument/2006/relationships/slide" Target="slides/slide61.xml"/><Relationship Id="rId62" Type="http://schemas.openxmlformats.org/officeDocument/2006/relationships/slide" Target="slides/slide60.xml"/><Relationship Id="rId61" Type="http://schemas.openxmlformats.org/officeDocument/2006/relationships/slide" Target="slides/slide59.xml"/><Relationship Id="rId60" Type="http://schemas.openxmlformats.org/officeDocument/2006/relationships/slide" Target="slides/slide58.xml"/><Relationship Id="rId6" Type="http://schemas.openxmlformats.org/officeDocument/2006/relationships/slide" Target="slides/slide4.xml"/><Relationship Id="rId59" Type="http://schemas.openxmlformats.org/officeDocument/2006/relationships/slide" Target="slides/slide57.xml"/><Relationship Id="rId58" Type="http://schemas.openxmlformats.org/officeDocument/2006/relationships/slide" Target="slides/slide56.xml"/><Relationship Id="rId57" Type="http://schemas.openxmlformats.org/officeDocument/2006/relationships/slide" Target="slides/slide55.xml"/><Relationship Id="rId56" Type="http://schemas.openxmlformats.org/officeDocument/2006/relationships/slide" Target="slides/slide54.xml"/><Relationship Id="rId55" Type="http://schemas.openxmlformats.org/officeDocument/2006/relationships/slide" Target="slides/slide53.xml"/><Relationship Id="rId54" Type="http://schemas.openxmlformats.org/officeDocument/2006/relationships/slide" Target="slides/slide52.xml"/><Relationship Id="rId53" Type="http://schemas.openxmlformats.org/officeDocument/2006/relationships/slide" Target="slides/slide51.xml"/><Relationship Id="rId52" Type="http://schemas.openxmlformats.org/officeDocument/2006/relationships/slide" Target="slides/slide50.xml"/><Relationship Id="rId51" Type="http://schemas.openxmlformats.org/officeDocument/2006/relationships/slide" Target="slides/slide49.xml"/><Relationship Id="rId50" Type="http://schemas.openxmlformats.org/officeDocument/2006/relationships/slide" Target="slides/slide48.xml"/><Relationship Id="rId5" Type="http://schemas.openxmlformats.org/officeDocument/2006/relationships/slide" Target="slides/slide3.xml"/><Relationship Id="rId49" Type="http://schemas.openxmlformats.org/officeDocument/2006/relationships/slide" Target="slides/slide47.xml"/><Relationship Id="rId48" Type="http://schemas.openxmlformats.org/officeDocument/2006/relationships/slide" Target="slides/slide46.xml"/><Relationship Id="rId47" Type="http://schemas.openxmlformats.org/officeDocument/2006/relationships/slide" Target="slides/slide45.xml"/><Relationship Id="rId46" Type="http://schemas.openxmlformats.org/officeDocument/2006/relationships/slide" Target="slides/slide44.xml"/><Relationship Id="rId45" Type="http://schemas.openxmlformats.org/officeDocument/2006/relationships/slide" Target="slides/slide43.xml"/><Relationship Id="rId44" Type="http://schemas.openxmlformats.org/officeDocument/2006/relationships/slide" Target="slides/slide42.xml"/><Relationship Id="rId43" Type="http://schemas.openxmlformats.org/officeDocument/2006/relationships/slide" Target="slides/slide41.xml"/><Relationship Id="rId42" Type="http://schemas.openxmlformats.org/officeDocument/2006/relationships/slide" Target="slides/slide40.xml"/><Relationship Id="rId41" Type="http://schemas.openxmlformats.org/officeDocument/2006/relationships/slide" Target="slides/slide39.xml"/><Relationship Id="rId40" Type="http://schemas.openxmlformats.org/officeDocument/2006/relationships/slide" Target="slides/slide38.xml"/><Relationship Id="rId4" Type="http://schemas.openxmlformats.org/officeDocument/2006/relationships/slide" Target="slides/slide2.xml"/><Relationship Id="rId39" Type="http://schemas.openxmlformats.org/officeDocument/2006/relationships/slide" Target="slides/slide37.xml"/><Relationship Id="rId38" Type="http://schemas.openxmlformats.org/officeDocument/2006/relationships/slide" Target="slides/slide36.xml"/><Relationship Id="rId37" Type="http://schemas.openxmlformats.org/officeDocument/2006/relationships/slide" Target="slides/slide35.xml"/><Relationship Id="rId36" Type="http://schemas.openxmlformats.org/officeDocument/2006/relationships/slide" Target="slides/slide34.xml"/><Relationship Id="rId35" Type="http://schemas.openxmlformats.org/officeDocument/2006/relationships/slide" Target="slides/slide33.xml"/><Relationship Id="rId34" Type="http://schemas.openxmlformats.org/officeDocument/2006/relationships/slide" Target="slides/slide32.xml"/><Relationship Id="rId33" Type="http://schemas.openxmlformats.org/officeDocument/2006/relationships/slide" Target="slides/slide31.xml"/><Relationship Id="rId32" Type="http://schemas.openxmlformats.org/officeDocument/2006/relationships/slide" Target="slides/slide30.xml"/><Relationship Id="rId31" Type="http://schemas.openxmlformats.org/officeDocument/2006/relationships/slide" Target="slides/slide29.xml"/><Relationship Id="rId30" Type="http://schemas.openxmlformats.org/officeDocument/2006/relationships/slide" Target="slides/slide28.xml"/><Relationship Id="rId3" Type="http://schemas.openxmlformats.org/officeDocument/2006/relationships/slide" Target="slides/slide1.xml"/><Relationship Id="rId29" Type="http://schemas.openxmlformats.org/officeDocument/2006/relationships/slide" Target="slides/slide27.xml"/><Relationship Id="rId28" Type="http://schemas.openxmlformats.org/officeDocument/2006/relationships/slide" Target="slides/slide26.xml"/><Relationship Id="rId27" Type="http://schemas.openxmlformats.org/officeDocument/2006/relationships/slide" Target="slides/slide25.xml"/><Relationship Id="rId26" Type="http://schemas.openxmlformats.org/officeDocument/2006/relationships/slide" Target="slides/slide24.xml"/><Relationship Id="rId25" Type="http://schemas.openxmlformats.org/officeDocument/2006/relationships/slide" Target="slides/slide23.xml"/><Relationship Id="rId24" Type="http://schemas.openxmlformats.org/officeDocument/2006/relationships/slide" Target="slides/slide22.xml"/><Relationship Id="rId23" Type="http://schemas.openxmlformats.org/officeDocument/2006/relationships/slide" Target="slides/slide21.xml"/><Relationship Id="rId22" Type="http://schemas.openxmlformats.org/officeDocument/2006/relationships/slide" Target="slides/slide20.xml"/><Relationship Id="rId21" Type="http://schemas.openxmlformats.org/officeDocument/2006/relationships/slide" Target="slides/slide19.xml"/><Relationship Id="rId20" Type="http://schemas.openxmlformats.org/officeDocument/2006/relationships/slide" Target="slides/slide18.xml"/><Relationship Id="rId2" Type="http://schemas.openxmlformats.org/officeDocument/2006/relationships/theme" Target="theme/theme1.xml"/><Relationship Id="rId19" Type="http://schemas.openxmlformats.org/officeDocument/2006/relationships/slide" Target="slides/slide17.xml"/><Relationship Id="rId18" Type="http://schemas.openxmlformats.org/officeDocument/2006/relationships/slide" Target="slides/slide16.xml"/><Relationship Id="rId17" Type="http://schemas.openxmlformats.org/officeDocument/2006/relationships/slide" Target="slides/slide15.xml"/><Relationship Id="rId16" Type="http://schemas.openxmlformats.org/officeDocument/2006/relationships/slide" Target="slides/slide14.xml"/><Relationship Id="rId15" Type="http://schemas.openxmlformats.org/officeDocument/2006/relationships/slide" Target="slides/slide13.xml"/><Relationship Id="rId14" Type="http://schemas.openxmlformats.org/officeDocument/2006/relationships/slide" Target="slides/slide12.xml"/><Relationship Id="rId13" Type="http://schemas.openxmlformats.org/officeDocument/2006/relationships/slide" Target="slides/slide11.xml"/><Relationship Id="rId12" Type="http://schemas.openxmlformats.org/officeDocument/2006/relationships/slide" Target="slides/slide10.xml"/><Relationship Id="rId11" Type="http://schemas.openxmlformats.org/officeDocument/2006/relationships/slide" Target="slides/slide9.xml"/><Relationship Id="rId10" Type="http://schemas.openxmlformats.org/officeDocument/2006/relationships/slide" Target="slides/slide8.xml"/><Relationship Id="rId1" Type="http://schemas.openxmlformats.org/officeDocument/2006/relationships/slideMaster" Target="slideMasters/slideMaster1.xml"/></Relationships>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p="http://schemas.openxmlformats.org/presentationml/2006/main" type="objTx" preserve="1">
  <p:cSld name="Content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457200" y="273050"/>
            <a:ext cx="3008313" cy="1162050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>
          <a:xfrm>
            <a:off x="3575050" y="273050"/>
            <a:ext cx="5111750" cy="5853113"/>
          </a:xfrm>
        </p:spPr>
        <p:txBody>
          <a:bodyPr/>
          <a:lstStyle>
            <a:lvl1pPr>
              <a:defRPr sz="3200"/>
            </a:lvl1pPr>
            <a:lvl2pPr>
              <a:defRPr sz="2800"/>
            </a:lvl2pPr>
            <a:lvl3pPr>
              <a:defRPr sz="2400"/>
            </a:lvl3pPr>
            <a:lvl4pPr>
              <a:defRPr sz="2000"/>
            </a:lvl4pPr>
            <a:lvl5pPr>
              <a:defRPr sz="2000"/>
            </a:lvl5pPr>
            <a:lvl6pPr>
              <a:defRPr sz="2000"/>
            </a:lvl6pPr>
            <a:lvl7pPr>
              <a:defRPr sz="2000"/>
            </a:lvl7pPr>
            <a:lvl8pPr>
              <a:defRPr sz="2000"/>
            </a:lvl8pPr>
            <a:lvl9pPr>
              <a:defRPr sz="20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457200" y="1435100"/>
            <a:ext cx="3008313" cy="4691063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p="http://schemas.openxmlformats.org/presentationml/2006/main" type="picTx" preserve="1">
  <p:cSld name="Picture with Capti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1792288" y="4800600"/>
            <a:ext cx="5486400" cy="566738"/>
          </a:xfrm>
        </p:spPr>
        <p:txBody>
          <a:bodyPr anchor="b"/>
          <a:lstStyle>
            <a:lvl1pPr algn="l">
              <a:defRPr sz="2000" b="1"/>
            </a:lvl1pPr>
          </a:lstStyle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Picture Placeholder 2"/>
          <p:cNvSpPr>
            <a:spLocks noGrp="1"/>
          </p:cNvSpPr>
          <p:nvPr>
            <p:ph type="pic" idx="1"/>
          </p:nvPr>
        </p:nvSpPr>
        <p:spPr>
          <a:xfrm>
            <a:off x="1792288" y="612775"/>
            <a:ext cx="5486400" cy="4114800"/>
          </a:xfrm>
        </p:spPr>
        <p:txBody>
          <a:bodyPr/>
          <a:lstStyle>
            <a:lvl1pPr marL="0" indent="0">
              <a:buNone/>
              <a:defRPr sz="3200"/>
            </a:lvl1pPr>
            <a:lvl2pPr marL="457200" indent="0">
              <a:buNone/>
              <a:defRPr sz="2800"/>
            </a:lvl2pPr>
            <a:lvl3pPr marL="914400" indent="0">
              <a:buNone/>
              <a:defRPr sz="2400"/>
            </a:lvl3pPr>
            <a:lvl4pPr marL="1371600" indent="0">
              <a:buNone/>
              <a:defRPr sz="2000"/>
            </a:lvl4pPr>
            <a:lvl5pPr marL="1828800" indent="0">
              <a:buNone/>
              <a:defRPr sz="2000"/>
            </a:lvl5pPr>
            <a:lvl6pPr marL="2286000" indent="0">
              <a:buNone/>
              <a:defRPr sz="2000"/>
            </a:lvl6pPr>
            <a:lvl7pPr marL="2743200" indent="0">
              <a:buNone/>
              <a:defRPr sz="2000"/>
            </a:lvl7pPr>
            <a:lvl8pPr marL="3200400" indent="0">
              <a:buNone/>
              <a:defRPr sz="2000"/>
            </a:lvl8pPr>
            <a:lvl9pPr marL="3657600" indent="0">
              <a:buNone/>
              <a:defRPr sz="2000"/>
            </a:lvl9pPr>
          </a:lstStyle>
          <a:p>
            <a:endParaRPr lang="en-US"/>
          </a:p>
        </p:txBody>
      </p:sp>
      <p:sp>
        <p:nvSpPr>
          <p:cNvPr id="4" name="Text Placeholder 3"/>
          <p:cNvSpPr>
            <a:spLocks noGrp="1"/>
          </p:cNvSpPr>
          <p:nvPr>
            <p:ph type="body" sz="half" idx="2"/>
          </p:nvPr>
        </p:nvSpPr>
        <p:spPr>
          <a:xfrm>
            <a:off x="1792288" y="5367338"/>
            <a:ext cx="5486400" cy="804862"/>
          </a:xfrm>
        </p:spPr>
        <p:txBody>
          <a:bodyPr/>
          <a:lstStyle>
            <a:lvl1pPr marL="0" indent="0">
              <a:buNone/>
              <a:defRPr sz="1400"/>
            </a:lvl1pPr>
            <a:lvl2pPr marL="457200" indent="0">
              <a:buNone/>
              <a:defRPr sz="1200"/>
            </a:lvl2pPr>
            <a:lvl3pPr marL="914400" indent="0">
              <a:buNone/>
              <a:defRPr sz="1000"/>
            </a:lvl3pPr>
            <a:lvl4pPr marL="1371600" indent="0">
              <a:buNone/>
              <a:defRPr sz="900"/>
            </a:lvl4pPr>
            <a:lvl5pPr marL="1828800" indent="0">
              <a:buNone/>
              <a:defRPr sz="900"/>
            </a:lvl5pPr>
            <a:lvl6pPr marL="2286000" indent="0">
              <a:buNone/>
              <a:defRPr sz="900"/>
            </a:lvl6pPr>
            <a:lvl7pPr marL="2743200" indent="0">
              <a:buNone/>
              <a:defRPr sz="900"/>
            </a:lvl7pPr>
            <a:lvl8pPr marL="3200400" indent="0">
              <a:buNone/>
              <a:defRPr sz="900"/>
            </a:lvl8pPr>
            <a:lvl9pPr marL="3657600" indent="0">
              <a:buNone/>
              <a:defRPr sz="900"/>
            </a:lvl9pPr>
          </a:lstStyle>
          <a:p>
            <a:pPr lvl="0"/>
            <a:r>
              <a:rPr lang="en-US" smtClean="0"/>
              <a:t>Click to edit Master text styles</a:t>
            </a:r>
            <a:endParaRPr lang="en-US" smtClean="0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p="http://schemas.openxmlformats.org/presentationml/2006/main" type="vertTx" preserve="1">
  <p:cSld name="Title and Vertical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/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p="http://schemas.openxmlformats.org/presentationml/2006/main" type="vertTitleAndTx" preserve="1">
  <p:cSld name="Vertical Title and Tex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Vertical Title 1"/>
          <p:cNvSpPr>
            <a:spLocks noGrp="1"/>
          </p:cNvSpPr>
          <p:nvPr>
            <p:ph type="title" orient="vert"/>
          </p:nvPr>
        </p:nvSpPr>
        <p:spPr>
          <a:xfrm>
            <a:off x="6629400" y="274638"/>
            <a:ext cx="2057400" cy="5851525"/>
          </a:xfrm>
        </p:spPr>
        <p:txBody>
          <a:bodyPr vert="eaVert"/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Vertical Text Placeholder 2"/>
          <p:cNvSpPr>
            <a:spLocks noGrp="1"/>
          </p:cNvSpPr>
          <p:nvPr>
            <p:ph type="body" orient="vert" idx="1"/>
          </p:nvPr>
        </p:nvSpPr>
        <p:spPr>
          <a:xfrm>
            <a:off x="457200" y="274638"/>
            <a:ext cx="6019800" cy="5851525"/>
          </a:xfrm>
        </p:spPr>
        <p:txBody>
          <a:bodyPr vert="eaVert"/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9" Type="http://schemas.openxmlformats.org/officeDocument/2006/relationships/slideLayout" Target="../slideLayouts/slideLayout9.xml"/><Relationship Id="rId8" Type="http://schemas.openxmlformats.org/officeDocument/2006/relationships/slideLayout" Target="../slideLayouts/slideLayout8.xml"/><Relationship Id="rId7" Type="http://schemas.openxmlformats.org/officeDocument/2006/relationships/slideLayout" Target="../slideLayouts/slideLayout7.xml"/><Relationship Id="rId6" Type="http://schemas.openxmlformats.org/officeDocument/2006/relationships/slideLayout" Target="../slideLayouts/slideLayout6.xml"/><Relationship Id="rId5" Type="http://schemas.openxmlformats.org/officeDocument/2006/relationships/slideLayout" Target="../slideLayouts/slideLayout5.xml"/><Relationship Id="rId4" Type="http://schemas.openxmlformats.org/officeDocument/2006/relationships/slideLayout" Target="../slideLayouts/slideLayout4.xml"/><Relationship Id="rId3" Type="http://schemas.openxmlformats.org/officeDocument/2006/relationships/slideLayout" Target="../slideLayouts/slideLayout3.xml"/><Relationship Id="rId2" Type="http://schemas.openxmlformats.org/officeDocument/2006/relationships/slideLayout" Target="../slideLayouts/slideLayout2.xml"/><Relationship Id="rId12" Type="http://schemas.openxmlformats.org/officeDocument/2006/relationships/theme" Target="../theme/theme1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" Type="http://schemas.openxmlformats.org/officeDocument/2006/relationships/slideLayout" Target="../slideLayouts/slideLayout1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US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  <a:endParaRPr lang="en-US" smtClean="0"/>
          </a:p>
          <a:p>
            <a:pPr lvl="1"/>
            <a:r>
              <a:rPr lang="en-US" smtClean="0"/>
              <a:t>Second level</a:t>
            </a:r>
            <a:endParaRPr lang="en-US" smtClean="0"/>
          </a:p>
          <a:p>
            <a:pPr lvl="2"/>
            <a:r>
              <a:rPr lang="en-US" smtClean="0"/>
              <a:t>Third level</a:t>
            </a:r>
            <a:endParaRPr lang="en-US" smtClean="0"/>
          </a:p>
          <a:p>
            <a:pPr lvl="3"/>
            <a:r>
              <a:rPr lang="en-US" smtClean="0"/>
              <a:t>Fourth level</a:t>
            </a:r>
            <a:endParaRPr lang="en-US" smtClean="0"/>
          </a:p>
          <a:p>
            <a:pPr lvl="4"/>
            <a:r>
              <a:rPr lang="en-US" smtClean="0"/>
              <a:t>Fifth level</a:t>
            </a:r>
            <a:endParaRPr lang="en-US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1D8BD707-D9CF-40AE-B4C6-C98DA3205C09}" type="datetimeFigureOut">
              <a:rPr lang="en-US" smtClean="0"/>
            </a:fld>
            <a:endParaRPr lang="en-US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US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B6F15528-21DE-4FAA-801E-634DDDAF4B2B}" type="slidenum">
              <a:rPr lang="en-US" smtClean="0"/>
            </a:fld>
            <a:endParaRPr lang="en-US"/>
          </a:p>
        </p:txBody>
      </p:sp>
    </p:spTree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  <p:sldLayoutId id="2147483656" r:id="rId8"/>
    <p:sldLayoutId id="2147483657" r:id="rId9"/>
    <p:sldLayoutId id="2147483658" r:id="rId10"/>
    <p:sldLayoutId id="2147483659" r:id="rId11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7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.png"/></Relationships>
</file>

<file path=ppt/slides/_rels/slide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.png"/></Relationships>
</file>

<file path=ppt/slides/_rels/slide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.png"/></Relationships>
</file>

<file path=ppt/slides/_rels/slide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5.png"/><Relationship Id="rId1" Type="http://schemas.openxmlformats.org/officeDocument/2006/relationships/image" Target="../media/image4.png"/></Relationships>
</file>

<file path=ppt/slides/_rels/slide5.xml.rels><?xml version="1.0" encoding="UTF-8" standalone="yes"?>
<Relationships xmlns="http://schemas.openxmlformats.org/package/2006/relationships"><Relationship Id="rId4" Type="http://schemas.openxmlformats.org/officeDocument/2006/relationships/slideLayout" Target="../slideLayouts/slideLayout7.xml"/><Relationship Id="rId3" Type="http://schemas.openxmlformats.org/officeDocument/2006/relationships/image" Target="../media/image8.png"/><Relationship Id="rId2" Type="http://schemas.openxmlformats.org/officeDocument/2006/relationships/image" Target="../media/image7.png"/><Relationship Id="rId1" Type="http://schemas.openxmlformats.org/officeDocument/2006/relationships/image" Target="../media/image6.png"/></Relationships>
</file>

<file path=ppt/slides/_rels/slide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9.png"/></Relationships>
</file>

<file path=ppt/slides/_rels/slide7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1.png"/><Relationship Id="rId1" Type="http://schemas.openxmlformats.org/officeDocument/2006/relationships/image" Target="../media/image10.png"/></Relationships>
</file>

<file path=ppt/slides/_rels/slide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2.png"/></Relationships>
</file>

<file path=ppt/slides/_rels/slide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3.png"/></Relationships>
</file>

<file path=ppt/slides/_rels/slide1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4.png"/></Relationships>
</file>

<file path=ppt/slides/_rels/slide1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5.png"/></Relationships>
</file>

<file path=ppt/slides/_rels/slide1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6.png"/></Relationships>
</file>

<file path=ppt/slides/_rels/slide1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18.png"/><Relationship Id="rId1" Type="http://schemas.openxmlformats.org/officeDocument/2006/relationships/image" Target="../media/image17.png"/></Relationships>
</file>

<file path=ppt/slides/_rels/slide1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19.png"/></Relationships>
</file>

<file path=ppt/slides/_rels/slide1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0.png"/></Relationships>
</file>

<file path=ppt/slides/_rels/slide1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1.png"/></Relationships>
</file>

<file path=ppt/slides/_rels/slide1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18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3.png"/><Relationship Id="rId1" Type="http://schemas.openxmlformats.org/officeDocument/2006/relationships/image" Target="../media/image22.png"/></Relationships>
</file>

<file path=ppt/slides/_rels/slide1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4.png"/></Relationships>
</file>

<file path=ppt/slides/_rels/slide2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5.png"/></Relationships>
</file>

<file path=ppt/slides/_rels/slide2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6.png"/></Relationships>
</file>

<file path=ppt/slides/_rels/slide2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27.png"/></Relationships>
</file>

<file path=ppt/slides/_rels/slide23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29.png"/><Relationship Id="rId1" Type="http://schemas.openxmlformats.org/officeDocument/2006/relationships/image" Target="../media/image28.png"/></Relationships>
</file>

<file path=ppt/slides/_rels/slide2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0.png"/></Relationships>
</file>

<file path=ppt/slides/_rels/slide2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1.png"/></Relationships>
</file>

<file path=ppt/slides/_rels/slide2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2.png"/></Relationships>
</file>

<file path=ppt/slides/_rels/slide2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3.png"/></Relationships>
</file>

<file path=ppt/slides/_rels/slide2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4.png"/></Relationships>
</file>

<file path=ppt/slides/_rels/slide2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5.png"/></Relationships>
</file>

<file path=ppt/slides/_rels/slide30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37.png"/><Relationship Id="rId1" Type="http://schemas.openxmlformats.org/officeDocument/2006/relationships/image" Target="../media/image36.png"/></Relationships>
</file>

<file path=ppt/slides/_rels/slide3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38.png"/></Relationships>
</file>

<file path=ppt/slides/_rels/slide32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0.png"/><Relationship Id="rId1" Type="http://schemas.openxmlformats.org/officeDocument/2006/relationships/image" Target="../media/image39.png"/></Relationships>
</file>

<file path=ppt/slides/_rels/slide3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1.png"/></Relationships>
</file>

<file path=ppt/slides/_rels/slide34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43.png"/><Relationship Id="rId1" Type="http://schemas.openxmlformats.org/officeDocument/2006/relationships/image" Target="../media/image42.png"/></Relationships>
</file>

<file path=ppt/slides/_rels/slide3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4.png"/></Relationships>
</file>

<file path=ppt/slides/_rels/slide3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5.png"/></Relationships>
</file>

<file path=ppt/slides/_rels/slide3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6.png"/></Relationships>
</file>

<file path=ppt/slides/_rels/slide3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7.png"/></Relationships>
</file>

<file path=ppt/slides/_rels/slide3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8.png"/></Relationships>
</file>

<file path=ppt/slides/_rels/slide4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49.png"/></Relationships>
</file>

<file path=ppt/slides/_rels/slide4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0.png"/></Relationships>
</file>

<file path=ppt/slides/_rels/slide4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1.png"/></Relationships>
</file>

<file path=ppt/slides/_rels/slide4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2.png"/></Relationships>
</file>

<file path=ppt/slides/_rels/slide4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3.png"/></Relationships>
</file>

<file path=ppt/slides/_rels/slide4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4.png"/></Relationships>
</file>

<file path=ppt/slides/_rels/slide4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5.png"/></Relationships>
</file>

<file path=ppt/slides/_rels/slide4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6.png"/></Relationships>
</file>

<file path=ppt/slides/_rels/slide4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7.png"/></Relationships>
</file>

<file path=ppt/slides/_rels/slide4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8.png"/></Relationships>
</file>

<file path=ppt/slides/_rels/slide5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59.png"/></Relationships>
</file>

<file path=ppt/slides/_rels/slide51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0.png"/></Relationships>
</file>

<file path=ppt/slides/_rels/slide5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1.png"/></Relationships>
</file>

<file path=ppt/slides/_rels/slide53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2.png"/></Relationships>
</file>

<file path=ppt/slides/_rels/slide5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3.png"/></Relationships>
</file>

<file path=ppt/slides/_rels/slide5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4.png"/></Relationships>
</file>

<file path=ppt/slides/_rels/slide57.xml.rels><?xml version="1.0" encoding="UTF-8" standalone="yes"?>
<Relationships xmlns="http://schemas.openxmlformats.org/package/2006/relationships"><Relationship Id="rId1" Type="http://schemas.openxmlformats.org/officeDocument/2006/relationships/slideLayout" Target="../slideLayouts/slideLayout7.xml"/></Relationships>
</file>

<file path=ppt/slides/_rels/slide5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5.png"/></Relationships>
</file>

<file path=ppt/slides/_rels/slide59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6.png"/></Relationships>
</file>

<file path=ppt/slides/_rels/slide60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67.png"/></Relationships>
</file>

<file path=ppt/slides/_rels/slide6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7.xml"/><Relationship Id="rId2" Type="http://schemas.openxmlformats.org/officeDocument/2006/relationships/image" Target="../media/image69.png"/><Relationship Id="rId1" Type="http://schemas.openxmlformats.org/officeDocument/2006/relationships/image" Target="../media/image68.png"/></Relationships>
</file>

<file path=ppt/slides/_rels/slide62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0.png"/></Relationships>
</file>

<file path=ppt/slides/_rels/slide63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1.png"/></Relationships>
</file>

<file path=ppt/slides/_rels/slide64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2.png"/></Relationships>
</file>

<file path=ppt/slides/_rels/slide65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3.png"/></Relationships>
</file>

<file path=ppt/slides/_rels/slide66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4.png"/></Relationships>
</file>

<file path=ppt/slides/_rels/slide67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5.png"/></Relationships>
</file>

<file path=ppt/slides/_rels/slide68.xml.rels><?xml version="1.0" encoding="UTF-8" standalone="yes"?>
<Relationships xmlns="http://schemas.openxmlformats.org/package/2006/relationships"><Relationship Id="rId2" Type="http://schemas.openxmlformats.org/officeDocument/2006/relationships/slideLayout" Target="../slideLayouts/slideLayout7.xml"/><Relationship Id="rId1" Type="http://schemas.openxmlformats.org/officeDocument/2006/relationships/image" Target="../media/image76.png"/></Relationships>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487680" y="685800"/>
            <a:ext cx="15240000" cy="3797300"/>
          </a:xfrm>
          <a:prstGeom prst="rect">
            <a:avLst/>
          </a:prstGeom>
        </p:spPr>
      </p:pic>
      <p:sp>
        <p:nvSpPr>
          <p:cNvPr id="5" name="Text Box 4"/>
          <p:cNvSpPr txBox="1"/>
          <p:nvPr/>
        </p:nvSpPr>
        <p:spPr>
          <a:xfrm>
            <a:off x="5765800" y="0"/>
            <a:ext cx="541845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 b="1"/>
              <a:t>启动代码</a:t>
            </a:r>
            <a:endParaRPr lang="zh-CN" altLang="en-US" sz="3200" b="1"/>
          </a:p>
        </p:txBody>
      </p:sp>
      <p:pic>
        <p:nvPicPr>
          <p:cNvPr id="7" name="Picture 6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508000" y="4634865"/>
            <a:ext cx="15079345" cy="2628900"/>
          </a:xfrm>
          <a:prstGeom prst="rect">
            <a:avLst/>
          </a:prstGeom>
        </p:spPr>
      </p:pic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25400" y="76200"/>
            <a:ext cx="16256000" cy="356298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25400" y="3581400"/>
            <a:ext cx="16256000" cy="344995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3"/>
          <a:stretch>
            <a:fillRect/>
          </a:stretch>
        </p:blipFill>
        <p:spPr>
          <a:xfrm>
            <a:off x="-25400" y="6934200"/>
            <a:ext cx="16256000" cy="3806825"/>
          </a:xfrm>
          <a:prstGeom prst="rect">
            <a:avLst/>
          </a:prstGeom>
        </p:spPr>
      </p:pic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513715" y="152400"/>
            <a:ext cx="16820515" cy="8548370"/>
          </a:xfrm>
          <a:prstGeom prst="rect">
            <a:avLst/>
          </a:prstGeom>
        </p:spPr>
      </p:pic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000" y="5867400"/>
            <a:ext cx="16256000" cy="2847975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" y="152400"/>
            <a:ext cx="16256000" cy="5459095"/>
          </a:xfrm>
          <a:prstGeom prst="rect">
            <a:avLst/>
          </a:prstGeom>
        </p:spPr>
      </p:pic>
    </p:spTree>
  </p:cSld>
  <p:clrMapOvr>
    <a:masterClrMapping/>
  </p:clrMapOvr>
</p:sld>
</file>

<file path=ppt/slides/slide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098550" y="1066800"/>
            <a:ext cx="14058900" cy="6337300"/>
          </a:xfrm>
          <a:prstGeom prst="rect">
            <a:avLst/>
          </a:prstGeom>
        </p:spPr>
      </p:pic>
    </p:spTree>
  </p:cSld>
  <p:clrMapOvr>
    <a:masterClrMapping/>
  </p:clrMapOvr>
</p:sld>
</file>

<file path=ppt/slides/slide1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1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50800" y="152400"/>
            <a:ext cx="16256000" cy="6055360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93800" y="6324600"/>
            <a:ext cx="13335000" cy="4768215"/>
          </a:xfrm>
          <a:prstGeom prst="rect">
            <a:avLst/>
          </a:prstGeom>
        </p:spPr>
      </p:pic>
    </p:spTree>
  </p:cSld>
  <p:clrMapOvr>
    <a:masterClrMapping/>
  </p:clrMapOvr>
</p:sld>
</file>

<file path=ppt/slides/slide1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838200"/>
            <a:ext cx="16256000" cy="6934835"/>
          </a:xfrm>
          <a:prstGeom prst="rect">
            <a:avLst/>
          </a:prstGeom>
        </p:spPr>
      </p:pic>
    </p:spTree>
  </p:cSld>
  <p:clrMapOvr>
    <a:masterClrMapping/>
  </p:clrMapOvr>
</p:sld>
</file>

<file path=ppt/slides/slide1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609600"/>
            <a:ext cx="15753080" cy="6745605"/>
          </a:xfrm>
          <a:prstGeom prst="rect">
            <a:avLst/>
          </a:prstGeom>
        </p:spPr>
      </p:pic>
    </p:spTree>
  </p:cSld>
  <p:clrMapOvr>
    <a:masterClrMapping/>
  </p:clrMapOvr>
</p:sld>
</file>

<file path=ppt/slides/slide1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32740"/>
            <a:ext cx="16256000" cy="8477885"/>
          </a:xfrm>
          <a:prstGeom prst="rect">
            <a:avLst/>
          </a:prstGeom>
        </p:spPr>
      </p:pic>
    </p:spTree>
  </p:cSld>
  <p:clrMapOvr>
    <a:masterClrMapping/>
  </p:clrMapOvr>
</p:sld>
</file>

<file path=ppt/slides/slide1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</p:spTree>
  </p:cSld>
  <p:clrMapOvr>
    <a:masterClrMapping/>
  </p:clrMapOvr>
</p:sld>
</file>

<file path=ppt/slides/slide1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793750" y="-379095"/>
            <a:ext cx="17176750" cy="565023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-793750" y="5271135"/>
            <a:ext cx="17320260" cy="4685665"/>
          </a:xfrm>
          <a:prstGeom prst="rect">
            <a:avLst/>
          </a:prstGeom>
        </p:spPr>
      </p:pic>
    </p:spTree>
  </p:cSld>
  <p:clrMapOvr>
    <a:masterClrMapping/>
  </p:clrMapOvr>
</p:sld>
</file>

<file path=ppt/slides/slide1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4" name="Text Box 3"/>
          <p:cNvSpPr txBox="1"/>
          <p:nvPr/>
        </p:nvSpPr>
        <p:spPr>
          <a:xfrm rot="5400000">
            <a:off x="12797155" y="3865245"/>
            <a:ext cx="541845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/>
              <a:t>Page Allocation</a:t>
            </a:r>
            <a:endParaRPr lang="en-US" sz="3200" b="1"/>
          </a:p>
        </p:txBody>
      </p:sp>
      <p:sp>
        <p:nvSpPr>
          <p:cNvPr id="9" name="Text Box 8"/>
          <p:cNvSpPr txBox="1"/>
          <p:nvPr/>
        </p:nvSpPr>
        <p:spPr>
          <a:xfrm>
            <a:off x="4318000" y="76200"/>
            <a:ext cx="719772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/>
              <a:t>XV6</a:t>
            </a:r>
            <a:r>
              <a:rPr lang="zh-CN" altLang="en-US" sz="3200" b="1"/>
              <a:t>的用户进程结构和虚拟地址</a:t>
            </a:r>
            <a:endParaRPr lang="zh-CN" altLang="en-US" sz="3200" b="1"/>
          </a:p>
        </p:txBody>
      </p:sp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21360" y="609600"/>
            <a:ext cx="14079855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2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72160" y="278765"/>
            <a:ext cx="14180820" cy="8865235"/>
          </a:xfrm>
          <a:prstGeom prst="rect">
            <a:avLst/>
          </a:prstGeom>
        </p:spPr>
      </p:pic>
    </p:spTree>
  </p:cSld>
  <p:clrMapOvr>
    <a:masterClrMapping/>
  </p:clrMapOvr>
</p:sld>
</file>

<file path=ppt/slides/slide2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-177800" y="-76200"/>
            <a:ext cx="15471775" cy="9144000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 rot="5400000">
            <a:off x="13178155" y="3865245"/>
            <a:ext cx="541845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/>
              <a:t>Page Allocation</a:t>
            </a:r>
            <a:endParaRPr lang="en-US" sz="3200" b="1"/>
          </a:p>
        </p:txBody>
      </p:sp>
    </p:spTree>
  </p:cSld>
  <p:clrMapOvr>
    <a:masterClrMapping/>
  </p:clrMapOvr>
</p:sld>
</file>

<file path=ppt/slides/slide2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2145" y="55245"/>
            <a:ext cx="8974455" cy="8212455"/>
          </a:xfrm>
          <a:prstGeom prst="rect">
            <a:avLst/>
          </a:prstGeom>
        </p:spPr>
      </p:pic>
    </p:spTree>
  </p:cSld>
  <p:clrMapOvr>
    <a:masterClrMapping/>
  </p:clrMapOvr>
</p:sld>
</file>

<file path=ppt/slides/slide2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2400" y="3581400"/>
            <a:ext cx="12839700" cy="41148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641600" y="457200"/>
            <a:ext cx="10020300" cy="2489200"/>
          </a:xfrm>
          <a:prstGeom prst="rect">
            <a:avLst/>
          </a:prstGeom>
        </p:spPr>
      </p:pic>
    </p:spTree>
  </p:cSld>
  <p:clrMapOvr>
    <a:masterClrMapping/>
  </p:clrMapOvr>
</p:sld>
</file>

<file path=ppt/slides/slide2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09700" y="1485900"/>
            <a:ext cx="13436600" cy="61722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080000" y="381000"/>
            <a:ext cx="6364605" cy="88900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2400" b="1"/>
              <a:t>启动分区</a:t>
            </a:r>
            <a:r>
              <a:rPr lang="en-US" altLang="zh-CN" sz="2400" b="1"/>
              <a:t>bootfs(fat32)</a:t>
            </a:r>
            <a:endParaRPr lang="en-US" altLang="zh-CN" sz="2400" b="1"/>
          </a:p>
        </p:txBody>
      </p:sp>
    </p:spTree>
  </p:cSld>
  <p:clrMapOvr>
    <a:masterClrMapping/>
  </p:clrMapOvr>
</p:sld>
</file>

<file path=ppt/slides/slide2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38250" y="1289050"/>
            <a:ext cx="13779500" cy="6565900"/>
          </a:xfrm>
          <a:prstGeom prst="rect">
            <a:avLst/>
          </a:prstGeom>
        </p:spPr>
      </p:pic>
    </p:spTree>
  </p:cSld>
  <p:clrMapOvr>
    <a:masterClrMapping/>
  </p:clrMapOvr>
</p:sld>
</file>

<file path=ppt/slides/slide2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651000" y="1295400"/>
            <a:ext cx="13830300" cy="5453380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>
            <a:off x="4583430" y="582930"/>
            <a:ext cx="855281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3200"/>
              <a:t>根目录</a:t>
            </a:r>
            <a:r>
              <a:rPr lang="en-US" altLang="zh-CN" sz="3200"/>
              <a:t>/   </a:t>
            </a:r>
            <a:r>
              <a:rPr lang="zh-CN" altLang="en-US" sz="3200"/>
              <a:t>根文件系统</a:t>
            </a:r>
            <a:r>
              <a:rPr lang="en-US" altLang="zh-CN" sz="3200"/>
              <a:t>  </a:t>
            </a:r>
            <a:r>
              <a:rPr lang="zh-CN" altLang="en-US" sz="3200"/>
              <a:t>及</a:t>
            </a:r>
            <a:r>
              <a:rPr lang="en-US" altLang="zh-CN" sz="3200"/>
              <a:t>  rootfs</a:t>
            </a:r>
            <a:endParaRPr lang="en-US" altLang="zh-CN" sz="3200"/>
          </a:p>
        </p:txBody>
      </p:sp>
    </p:spTree>
  </p:cSld>
  <p:clrMapOvr>
    <a:masterClrMapping/>
  </p:clrMapOvr>
</p:sld>
</file>

<file path=ppt/slides/slide2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3" name="Text Box 2"/>
          <p:cNvSpPr txBox="1"/>
          <p:nvPr/>
        </p:nvSpPr>
        <p:spPr>
          <a:xfrm>
            <a:off x="5384800" y="8610600"/>
            <a:ext cx="5418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根文件启动流程（</a:t>
            </a:r>
            <a:r>
              <a:rPr lang="en-US" altLang="zh-CN"/>
              <a:t>1</a:t>
            </a:r>
            <a:r>
              <a:rPr lang="zh-CN" altLang="en-US"/>
              <a:t>）</a:t>
            </a:r>
            <a:endParaRPr lang="zh-CN" altLang="en-US"/>
          </a:p>
        </p:txBody>
      </p:sp>
      <p:pic>
        <p:nvPicPr>
          <p:cNvPr id="5" name="Picture 4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543300" y="64135"/>
            <a:ext cx="8923655" cy="8622665"/>
          </a:xfrm>
          <a:prstGeom prst="rect">
            <a:avLst/>
          </a:prstGeom>
        </p:spPr>
      </p:pic>
    </p:spTree>
  </p:cSld>
  <p:clrMapOvr>
    <a:masterClrMapping/>
  </p:clrMapOvr>
</p:sld>
</file>

<file path=ppt/slides/slide2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8400" y="202565"/>
            <a:ext cx="8389620" cy="836168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384800" y="8610600"/>
            <a:ext cx="5418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/>
              <a:t>根文件启动流程（</a:t>
            </a:r>
            <a:r>
              <a:rPr lang="en-US" altLang="zh-CN"/>
              <a:t>2</a:t>
            </a:r>
            <a:r>
              <a:rPr lang="zh-CN" altLang="en-US"/>
              <a:t>）</a:t>
            </a:r>
            <a:endParaRPr lang="zh-CN" altLang="en-US"/>
          </a:p>
        </p:txBody>
      </p:sp>
    </p:spTree>
  </p:cSld>
  <p:clrMapOvr>
    <a:masterClrMapping/>
  </p:clrMapOvr>
</p:sld>
</file>

<file path=ppt/slides/slide2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41600" y="990600"/>
            <a:ext cx="11453495" cy="5441315"/>
          </a:xfrm>
          <a:prstGeom prst="rect">
            <a:avLst/>
          </a:prstGeom>
        </p:spPr>
      </p:pic>
    </p:spTree>
  </p:cSld>
  <p:clrMapOvr>
    <a:masterClrMapping/>
  </p:clrMapOvr>
</p:sld>
</file>

<file path=ppt/slides/slide3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955800" y="381000"/>
            <a:ext cx="12433300" cy="2806700"/>
          </a:xfrm>
          <a:prstGeom prst="rect">
            <a:avLst/>
          </a:prstGeom>
        </p:spPr>
      </p:pic>
      <p:pic>
        <p:nvPicPr>
          <p:cNvPr id="3" name="Picture 2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184400" y="3187700"/>
            <a:ext cx="11328400" cy="5854700"/>
          </a:xfrm>
          <a:prstGeom prst="rect">
            <a:avLst/>
          </a:prstGeom>
        </p:spPr>
      </p:pic>
    </p:spTree>
  </p:cSld>
  <p:clrMapOvr>
    <a:masterClrMapping/>
  </p:clrMapOvr>
</p:sld>
</file>

<file path=ppt/slides/slide3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4400" y="533400"/>
            <a:ext cx="11747500" cy="7866380"/>
          </a:xfrm>
          <a:prstGeom prst="rect">
            <a:avLst/>
          </a:prstGeom>
        </p:spPr>
      </p:pic>
    </p:spTree>
  </p:cSld>
  <p:clrMapOvr>
    <a:masterClrMapping/>
  </p:clrMapOvr>
</p:sld>
</file>

<file path=ppt/slides/slide3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426845" y="838200"/>
            <a:ext cx="12750800" cy="37338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4775200" y="152400"/>
            <a:ext cx="7048500" cy="1388745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en-US" sz="4000" b="1"/>
              <a:t>xv6</a:t>
            </a:r>
            <a:r>
              <a:rPr lang="zh-CN" altLang="en-US" sz="4000" b="1"/>
              <a:t>自己定义的文件系统</a:t>
            </a:r>
            <a:r>
              <a:rPr lang="en-US" sz="4000" b="1"/>
              <a:t>xv6fs</a:t>
            </a:r>
            <a:endParaRPr lang="zh-CN" altLang="en-US" sz="4000" b="1"/>
          </a:p>
        </p:txBody>
      </p:sp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270000" y="4495800"/>
            <a:ext cx="13601700" cy="4419600"/>
          </a:xfrm>
          <a:prstGeom prst="rect">
            <a:avLst/>
          </a:prstGeom>
        </p:spPr>
      </p:pic>
    </p:spTree>
  </p:cSld>
  <p:clrMapOvr>
    <a:masterClrMapping/>
  </p:clrMapOvr>
</p:sld>
</file>

<file path=ppt/slides/slide3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93850" y="1727200"/>
            <a:ext cx="13068300" cy="5689600"/>
          </a:xfrm>
          <a:prstGeom prst="rect">
            <a:avLst/>
          </a:prstGeom>
        </p:spPr>
      </p:pic>
    </p:spTree>
  </p:cSld>
  <p:clrMapOvr>
    <a:masterClrMapping/>
  </p:clrMapOvr>
</p:sld>
</file>

<file path=ppt/slides/slide3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84400" y="152400"/>
            <a:ext cx="11423650" cy="7785735"/>
          </a:xfrm>
          <a:prstGeom prst="rect">
            <a:avLst/>
          </a:prstGeom>
        </p:spPr>
      </p:pic>
      <p:pic>
        <p:nvPicPr>
          <p:cNvPr id="5" name="Picture 4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2260600" y="8305800"/>
            <a:ext cx="11061700" cy="317500"/>
          </a:xfrm>
          <a:prstGeom prst="rect">
            <a:avLst/>
          </a:prstGeom>
        </p:spPr>
      </p:pic>
    </p:spTree>
  </p:cSld>
  <p:clrMapOvr>
    <a:masterClrMapping/>
  </p:clrMapOvr>
</p:sld>
</file>

<file path=ppt/slides/slide3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20900" y="273050"/>
            <a:ext cx="12014200" cy="8597900"/>
          </a:xfrm>
          <a:prstGeom prst="rect">
            <a:avLst/>
          </a:prstGeom>
        </p:spPr>
      </p:pic>
    </p:spTree>
  </p:cSld>
  <p:clrMapOvr>
    <a:masterClrMapping/>
  </p:clrMapOvr>
</p:sld>
</file>

<file path=ppt/slides/slide3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76450" y="2946400"/>
            <a:ext cx="12103100" cy="32512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031105" y="1281430"/>
            <a:ext cx="5418455" cy="70675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4000" b="1"/>
              <a:t>总线</a:t>
            </a:r>
            <a:r>
              <a:rPr lang="en-US" altLang="zh-CN" sz="4000" b="1"/>
              <a:t> </a:t>
            </a:r>
            <a:r>
              <a:rPr lang="zh-CN" altLang="en-US" sz="4000" b="1"/>
              <a:t>设备及驱动</a:t>
            </a:r>
            <a:endParaRPr lang="zh-CN" altLang="en-US" sz="4000" b="1"/>
          </a:p>
        </p:txBody>
      </p:sp>
    </p:spTree>
  </p:cSld>
  <p:clrMapOvr>
    <a:masterClrMapping/>
  </p:clrMapOvr>
</p:sld>
</file>

<file path=ppt/slides/slide3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562100" y="552450"/>
            <a:ext cx="13131800" cy="8039100"/>
          </a:xfrm>
          <a:prstGeom prst="rect">
            <a:avLst/>
          </a:prstGeom>
        </p:spPr>
      </p:pic>
    </p:spTree>
  </p:cSld>
  <p:clrMapOvr>
    <a:masterClrMapping/>
  </p:clrMapOvr>
</p:sld>
</file>

<file path=ppt/slides/slide3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8400" y="1246505"/>
            <a:ext cx="8921750" cy="8049895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308600" y="457200"/>
            <a:ext cx="54184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2800" b="1"/>
              <a:t>USB</a:t>
            </a:r>
            <a:r>
              <a:rPr lang="zh-CN" altLang="en-US" sz="2800" b="1"/>
              <a:t>键盘</a:t>
            </a:r>
            <a:endParaRPr lang="zh-CN" altLang="en-US" sz="2800" b="1"/>
          </a:p>
        </p:txBody>
      </p:sp>
    </p:spTree>
  </p:cSld>
  <p:clrMapOvr>
    <a:masterClrMapping/>
  </p:clrMapOvr>
</p:sld>
</file>

<file path=ppt/slides/slide3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708400" y="1066800"/>
            <a:ext cx="11185525" cy="6431280"/>
          </a:xfrm>
          <a:prstGeom prst="rect">
            <a:avLst/>
          </a:prstGeom>
        </p:spPr>
      </p:pic>
    </p:spTree>
  </p:cSld>
  <p:clrMapOvr>
    <a:masterClrMapping/>
  </p:clrMapOvr>
</p:sld>
</file>

<file path=ppt/slides/slide4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032000" y="918210"/>
            <a:ext cx="11607165" cy="8225790"/>
          </a:xfrm>
          <a:prstGeom prst="rect">
            <a:avLst/>
          </a:prstGeom>
        </p:spPr>
      </p:pic>
    </p:spTree>
  </p:cSld>
  <p:clrMapOvr>
    <a:masterClrMapping/>
  </p:clrMapOvr>
</p:sld>
</file>

<file path=ppt/slides/slide4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22600" y="228600"/>
            <a:ext cx="8746490" cy="8686800"/>
          </a:xfrm>
          <a:prstGeom prst="rect">
            <a:avLst/>
          </a:prstGeom>
        </p:spPr>
      </p:pic>
    </p:spTree>
  </p:cSld>
  <p:clrMapOvr>
    <a:masterClrMapping/>
  </p:clrMapOvr>
</p:sld>
</file>

<file path=ppt/slides/slide4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794000" y="1600200"/>
            <a:ext cx="10185400" cy="4140200"/>
          </a:xfrm>
          <a:prstGeom prst="rect">
            <a:avLst/>
          </a:prstGeom>
        </p:spPr>
      </p:pic>
    </p:spTree>
  </p:cSld>
  <p:clrMapOvr>
    <a:masterClrMapping/>
  </p:clrMapOvr>
</p:sld>
</file>

<file path=ppt/slides/slide4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565400" y="1219200"/>
            <a:ext cx="9931400" cy="5486400"/>
          </a:xfrm>
          <a:prstGeom prst="rect">
            <a:avLst/>
          </a:prstGeom>
        </p:spPr>
      </p:pic>
    </p:spTree>
  </p:cSld>
  <p:clrMapOvr>
    <a:masterClrMapping/>
  </p:clrMapOvr>
</p:sld>
</file>

<file path=ppt/slides/slide4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879600" y="76200"/>
            <a:ext cx="10696575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4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63650" y="1447800"/>
            <a:ext cx="13728700" cy="74803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122545" y="593725"/>
            <a:ext cx="5418455" cy="36830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/>
              <a:t>SDIO </a:t>
            </a:r>
            <a:r>
              <a:rPr lang="zh-CN" altLang="en-US"/>
              <a:t>无线</a:t>
            </a:r>
            <a:r>
              <a:rPr lang="zh-CN" altLang="en-US"/>
              <a:t>网卡</a:t>
            </a:r>
            <a:endParaRPr lang="zh-CN" altLang="en-US"/>
          </a:p>
        </p:txBody>
      </p:sp>
    </p:spTree>
  </p:cSld>
  <p:clrMapOvr>
    <a:masterClrMapping/>
  </p:clrMapOvr>
</p:sld>
</file>

<file path=ppt/slides/slide4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701800" y="406400"/>
            <a:ext cx="12852400" cy="8331200"/>
          </a:xfrm>
          <a:prstGeom prst="rect">
            <a:avLst/>
          </a:prstGeom>
        </p:spPr>
      </p:pic>
    </p:spTree>
  </p:cSld>
  <p:clrMapOvr>
    <a:masterClrMapping/>
  </p:clrMapOvr>
</p:sld>
</file>

<file path=ppt/slides/slide4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90750" y="2965450"/>
            <a:ext cx="11874500" cy="32131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483225" y="1485900"/>
            <a:ext cx="541845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/>
              <a:t>USB</a:t>
            </a:r>
            <a:r>
              <a:rPr lang="zh-CN" altLang="en-US" sz="3200"/>
              <a:t>无线网卡</a:t>
            </a:r>
            <a:r>
              <a:rPr lang="en-US" altLang="zh-CN" sz="3200"/>
              <a:t>MT7601</a:t>
            </a:r>
            <a:endParaRPr lang="en-US" altLang="zh-CN" sz="3200"/>
          </a:p>
        </p:txBody>
      </p:sp>
    </p:spTree>
  </p:cSld>
  <p:clrMapOvr>
    <a:masterClrMapping/>
  </p:clrMapOvr>
</p:sld>
</file>

<file path=ppt/slides/slide4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022600" y="838200"/>
            <a:ext cx="10007600" cy="78359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4622800" y="152400"/>
            <a:ext cx="541845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/>
              <a:t>USB</a:t>
            </a:r>
            <a:r>
              <a:rPr lang="en-US" altLang="zh-CN" sz="3200"/>
              <a:t>MT7601</a:t>
            </a:r>
            <a:r>
              <a:rPr lang="zh-CN" altLang="en-US" sz="3200"/>
              <a:t>函数调用</a:t>
            </a:r>
            <a:r>
              <a:rPr lang="zh-CN" altLang="en-US" sz="3200"/>
              <a:t>链</a:t>
            </a:r>
            <a:endParaRPr lang="zh-CN" altLang="en-US" sz="3200"/>
          </a:p>
          <a:p>
            <a:endParaRPr lang="zh-CN" altLang="en-US" sz="3200"/>
          </a:p>
        </p:txBody>
      </p:sp>
    </p:spTree>
  </p:cSld>
  <p:clrMapOvr>
    <a:masterClrMapping/>
  </p:clrMapOvr>
</p:sld>
</file>

<file path=ppt/slides/slide4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49600" y="1924050"/>
            <a:ext cx="9956800" cy="5295900"/>
          </a:xfrm>
          <a:prstGeom prst="rect">
            <a:avLst/>
          </a:prstGeom>
        </p:spPr>
      </p:pic>
      <p:sp>
        <p:nvSpPr>
          <p:cNvPr id="3" name="Text Box 2"/>
          <p:cNvSpPr txBox="1"/>
          <p:nvPr/>
        </p:nvSpPr>
        <p:spPr>
          <a:xfrm>
            <a:off x="5731510" y="684530"/>
            <a:ext cx="5418455" cy="107632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/>
              <a:t>CSI-2</a:t>
            </a:r>
            <a:r>
              <a:rPr lang="zh-CN" altLang="en-US" sz="3200" b="1"/>
              <a:t>摄像头</a:t>
            </a:r>
            <a:r>
              <a:rPr lang="en-US" altLang="zh-CN" sz="3200" b="1"/>
              <a:t>OV5674</a:t>
            </a:r>
            <a:endParaRPr lang="en-US" altLang="zh-CN" sz="3200" b="1"/>
          </a:p>
          <a:p>
            <a:endParaRPr lang="en-US" altLang="zh-CN" sz="3200" b="1"/>
          </a:p>
        </p:txBody>
      </p:sp>
    </p:spTree>
  </p:cSld>
  <p:clrMapOvr>
    <a:masterClrMapping/>
  </p:clrMapOvr>
</p:sld>
</file>

<file path=ppt/slides/slide5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3194050" y="1492250"/>
            <a:ext cx="9867900" cy="6159500"/>
          </a:xfrm>
          <a:prstGeom prst="rect">
            <a:avLst/>
          </a:prstGeom>
        </p:spPr>
      </p:pic>
    </p:spTree>
  </p:cSld>
  <p:clrMapOvr>
    <a:masterClrMapping/>
  </p:clrMapOvr>
</p:sld>
</file>

<file path=ppt/slides/slide5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395220" y="1143000"/>
            <a:ext cx="11466195" cy="6597650"/>
          </a:xfrm>
          <a:prstGeom prst="rect">
            <a:avLst/>
          </a:prstGeom>
        </p:spPr>
      </p:pic>
    </p:spTree>
  </p:cSld>
  <p:clrMapOvr>
    <a:masterClrMapping/>
  </p:clrMapOvr>
</p:sld>
</file>

<file path=ppt/slides/slide5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108200" y="1295400"/>
            <a:ext cx="12548870" cy="5554345"/>
          </a:xfrm>
          <a:prstGeom prst="rect">
            <a:avLst/>
          </a:prstGeom>
        </p:spPr>
      </p:pic>
    </p:spTree>
  </p:cSld>
  <p:clrMapOvr>
    <a:masterClrMapping/>
  </p:clrMapOvr>
</p:sld>
</file>

<file path=ppt/slides/slide5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5589270" y="1252855"/>
            <a:ext cx="5418455" cy="521970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zh-CN" altLang="en-US" sz="2800"/>
              <a:t>用户程序</a:t>
            </a:r>
            <a:r>
              <a:rPr lang="en-US" altLang="zh-CN" sz="2800"/>
              <a:t> libc</a:t>
            </a:r>
            <a:r>
              <a:rPr lang="zh-CN" altLang="en-US" sz="2800"/>
              <a:t>库</a:t>
            </a:r>
            <a:endParaRPr lang="zh-CN" altLang="en-US" sz="2800"/>
          </a:p>
        </p:txBody>
      </p:sp>
    </p:spTree>
  </p:cSld>
  <p:clrMapOvr>
    <a:masterClrMapping/>
  </p:clrMapOvr>
</p:sld>
</file>

<file path=ppt/slides/slide5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 descr="echo-elf-detail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413000" y="1447800"/>
            <a:ext cx="13049250" cy="8649970"/>
          </a:xfrm>
          <a:prstGeom prst="rect">
            <a:avLst/>
          </a:prstGeom>
        </p:spPr>
      </p:pic>
      <p:sp>
        <p:nvSpPr>
          <p:cNvPr id="4" name="Text Box 3"/>
          <p:cNvSpPr txBox="1"/>
          <p:nvPr/>
        </p:nvSpPr>
        <p:spPr>
          <a:xfrm>
            <a:off x="5372100" y="510540"/>
            <a:ext cx="5996305" cy="455930"/>
          </a:xfrm>
          <a:prstGeom prst="rect">
            <a:avLst/>
          </a:prstGeom>
          <a:noFill/>
        </p:spPr>
        <p:txBody>
          <a:bodyPr wrap="square" rtlCol="0">
            <a:noAutofit/>
          </a:bodyPr>
          <a:p>
            <a:r>
              <a:rPr lang="zh-CN" altLang="en-US" sz="3200"/>
              <a:t>动态加载共享库</a:t>
            </a:r>
            <a:r>
              <a:rPr lang="en-US" altLang="zh-CN" sz="3200"/>
              <a:t>(libc.so</a:t>
            </a:r>
            <a:r>
              <a:rPr lang="zh-CN" altLang="en-US" sz="3200"/>
              <a:t>及</a:t>
            </a:r>
            <a:r>
              <a:rPr lang="en-US" altLang="zh-CN" sz="3200"/>
              <a:t>ld.so)</a:t>
            </a:r>
            <a:endParaRPr lang="en-US" altLang="zh-CN" sz="3200"/>
          </a:p>
        </p:txBody>
      </p:sp>
    </p:spTree>
  </p:cSld>
  <p:clrMapOvr>
    <a:masterClrMapping/>
  </p:clrMapOvr>
</p:sld>
</file>

<file path=ppt/slides/slide5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4" name="Picture 3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2616200" y="76200"/>
            <a:ext cx="11087100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 descr="echo-dynlink-steps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812800" y="685800"/>
            <a:ext cx="15741015" cy="9144000"/>
          </a:xfrm>
          <a:prstGeom prst="rect">
            <a:avLst/>
          </a:prstGeom>
        </p:spPr>
      </p:pic>
    </p:spTree>
  </p:cSld>
  <p:clrMapOvr>
    <a:masterClrMapping/>
  </p:clrMapOvr>
</p:sld>
</file>

<file path=ppt/slides/slide5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5967095" y="1068070"/>
            <a:ext cx="5418455" cy="583565"/>
          </a:xfrm>
          <a:prstGeom prst="rect">
            <a:avLst/>
          </a:prstGeom>
          <a:noFill/>
        </p:spPr>
        <p:txBody>
          <a:bodyPr wrap="square" rtlCol="0">
            <a:spAutoFit/>
          </a:bodyPr>
          <a:p>
            <a:r>
              <a:rPr lang="en-US" sz="3200" b="1"/>
              <a:t>Pthread </a:t>
            </a:r>
            <a:r>
              <a:rPr lang="zh-CN" altLang="en-US" sz="3200" b="1"/>
              <a:t>用户线程</a:t>
            </a:r>
            <a:endParaRPr lang="zh-CN" altLang="en-US" sz="3200" b="1"/>
          </a:p>
        </p:txBody>
      </p:sp>
    </p:spTree>
  </p:cSld>
  <p:clrMapOvr>
    <a:masterClrMapping/>
  </p:clrMapOvr>
</p:sld>
</file>

<file path=ppt/slides/slide5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sp>
        <p:nvSpPr>
          <p:cNvPr id="2" name="Text Box 1"/>
          <p:cNvSpPr txBox="1"/>
          <p:nvPr/>
        </p:nvSpPr>
        <p:spPr>
          <a:xfrm>
            <a:off x="3403600" y="762000"/>
            <a:ext cx="9156700" cy="2002155"/>
          </a:xfrm>
          <a:prstGeom prst="rect">
            <a:avLst/>
          </a:prstGeom>
        </p:spPr>
        <p:txBody>
          <a:bodyPr>
            <a:noAutofit/>
          </a:bodyPr>
          <a:p>
            <a:pPr marL="0" indent="0"/>
            <a:r>
              <a:rPr sz="1600" b="1" i="0">
                <a:solidFill>
                  <a:srgbClr val="000000"/>
                </a:solidFill>
                <a:latin typeface="Noto Sans CJK SC"/>
                <a:ea typeface="Noto Sans CJK SC"/>
              </a:rPr>
              <a:t>/bin/threadtest：exec 之后（pid 20 的两份快照），以及 clone 出两个线程之后的结构</a:t>
            </a:r>
            <a:endParaRPr sz="1600" b="1" i="0">
              <a:solidFill>
                <a:srgbClr val="000000"/>
              </a:solidFill>
              <a:latin typeface="Noto Sans CJK SC"/>
              <a:ea typeface="Noto Sans CJK SC"/>
            </a:endParaRPr>
          </a:p>
        </p:txBody>
      </p:sp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117600" y="1219200"/>
            <a:ext cx="13265785" cy="7539355"/>
          </a:xfrm>
          <a:prstGeom prst="rect">
            <a:avLst/>
          </a:prstGeom>
        </p:spPr>
      </p:pic>
    </p:spTree>
  </p:cSld>
  <p:clrMapOvr>
    <a:masterClrMapping/>
  </p:clrMapOvr>
</p:sld>
</file>

<file path=ppt/slides/slide59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736600" y="1327150"/>
            <a:ext cx="14782800" cy="6489700"/>
          </a:xfrm>
          <a:prstGeom prst="rect">
            <a:avLst/>
          </a:prstGeom>
        </p:spPr>
      </p:pic>
    </p:spTree>
  </p:cSld>
  <p:clrMapOvr>
    <a:masterClrMapping/>
  </p:clrMapOvr>
</p:sld>
</file>

<file path=ppt/slides/slide60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2" name="Picture 1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127000" y="962660"/>
            <a:ext cx="15947390" cy="7218045"/>
          </a:xfrm>
          <a:prstGeom prst="rect">
            <a:avLst/>
          </a:prstGeom>
        </p:spPr>
      </p:pic>
    </p:spTree>
  </p:cSld>
  <p:clrMapOvr>
    <a:masterClrMapping/>
  </p:clrMapOvr>
</p:sld>
</file>

<file path=ppt/slides/slide6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/>
      <p:pic>
        <p:nvPicPr>
          <p:cNvPr id="3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965200" y="76200"/>
            <a:ext cx="12811125" cy="6028055"/>
          </a:xfrm>
          <a:prstGeom prst="rect">
            <a:avLst/>
          </a:prstGeom>
        </p:spPr>
      </p:pic>
      <p:pic>
        <p:nvPicPr>
          <p:cNvPr id="4" name="Picture 3"/>
          <p:cNvPicPr>
            <a:picLocks noChangeAspect="1"/>
          </p:cNvPicPr>
          <p:nvPr/>
        </p:nvPicPr>
        <p:blipFill>
          <a:blip r:embed="rId2"/>
          <a:stretch>
            <a:fillRect/>
          </a:stretch>
        </p:blipFill>
        <p:spPr>
          <a:xfrm>
            <a:off x="1117600" y="5943600"/>
            <a:ext cx="11802110" cy="4597400"/>
          </a:xfrm>
          <a:prstGeom prst="rect">
            <a:avLst/>
          </a:prstGeom>
        </p:spPr>
      </p:pic>
    </p:spTree>
  </p:cSld>
  <p:clrMapOvr>
    <a:masterClrMapping/>
  </p:clrMapOvr>
</p:sld>
</file>

<file path=ppt/slides/slide62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3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4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5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6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7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slides/slide68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pic>
        <p:nvPicPr>
          <p:cNvPr id="2" name="Picture 2"/>
          <p:cNvPicPr>
            <a:picLocks noChangeAspect="1"/>
          </p:cNvPicPr>
          <p:nvPr/>
        </p:nvPicPr>
        <p:blipFill>
          <a:blip r:embed="rId1"/>
          <a:stretch>
            <a:fillRect/>
          </a:stretch>
        </p:blipFill>
        <p:spPr>
          <a:xfrm>
            <a:off x="0" y="38100"/>
            <a:ext cx="16256000" cy="9067800"/>
          </a:xfrm>
          <a:prstGeom prst="rect">
            <a:avLst/>
          </a:prstGeom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extLst>
    <a:ext uri="{05A4C25C-085E-4340-85A3-A5531E510DB2}">
      <thm15:themeFamily xmlns:thm15="http://schemas.microsoft.com/office/thememl/2012/main" name="Office Theme" id="{62F939B6-93AF-4DB8-9C6B-D6C7DFDC589F}" vid="{4A3C46E8-61CC-4603-A589-7422A47A8E4A}"/>
    </a:ext>
  </a:extLst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290</Words>
  <Application>WPS Presentation</Application>
  <PresentationFormat>On-screen Show (4:3)</PresentationFormat>
  <Paragraphs>40</Paragraphs>
  <Slides>68</Slides>
  <Notes>0</Notes>
  <HiddenSlides>0</HiddenSlides>
  <MMClips>0</MMClips>
  <ScaleCrop>false</ScaleCrop>
  <HeadingPairs>
    <vt:vector size="6" baseType="variant">
      <vt:variant>
        <vt:lpstr>已用的字体</vt:lpstr>
      </vt:variant>
      <vt:variant>
        <vt:i4>13</vt:i4>
      </vt:variant>
      <vt:variant>
        <vt:lpstr>主题</vt:lpstr>
      </vt:variant>
      <vt:variant>
        <vt:i4>1</vt:i4>
      </vt:variant>
      <vt:variant>
        <vt:lpstr>幻灯片标题</vt:lpstr>
      </vt:variant>
      <vt:variant>
        <vt:i4>68</vt:i4>
      </vt:variant>
    </vt:vector>
  </HeadingPairs>
  <TitlesOfParts>
    <vt:vector size="82" baseType="lpstr">
      <vt:lpstr>Arial</vt:lpstr>
      <vt:lpstr>SimSun</vt:lpstr>
      <vt:lpstr>Wingdings</vt:lpstr>
      <vt:lpstr>Microsoft YaHei</vt:lpstr>
      <vt:lpstr>汉仪旗黑</vt:lpstr>
      <vt:lpstr>Arial Unicode MS</vt:lpstr>
      <vt:lpstr>Calibri</vt:lpstr>
      <vt:lpstr>Helvetica Neue</vt:lpstr>
      <vt:lpstr>Noto Sans CJK SC</vt:lpstr>
      <vt:lpstr>Thonburi</vt:lpstr>
      <vt:lpstr>SimSun</vt:lpstr>
      <vt:lpstr>宋体-简</vt:lpstr>
      <vt:lpstr>SimSun</vt:lpstr>
      <vt:lpstr>Office Theme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  <vt:lpstr>PowerPoint 演示文稿</vt:lpstr>
    </vt:vector>
  </TitlesOfParts>
  <LinksUpToDate>false</LinksUpToDate>
  <SharedDoc>false</SharedDoc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terms="http://purl.org/dc/terms/" xmlns:dcmitype="http://purl.org/dc/dcmitype/" xmlns:xsi="http://www.w3.org/2001/XMLSchema-instance">
  <dc:title/>
  <dc:creator/>
  <cp:lastModifiedBy>JiMing Kang</cp:lastModifiedBy>
  <cp:revision>39</cp:revision>
  <dcterms:created xsi:type="dcterms:W3CDTF">2026-10-21T16:48:29Z</dcterms:created>
  <dcterms:modified xsi:type="dcterms:W3CDTF">2026-10-21T16:48:29Z</dcterms:modified>
</cp:coreProperties>
</file>

<file path=docProps/custom.xml><?xml version="1.0" encoding="utf-8"?>
<Properties xmlns="http://schemas.openxmlformats.org/officeDocument/2006/custom-properties" xmlns:vt="http://schemas.openxmlformats.org/officeDocument/2006/docPropsVTypes">
  <property fmtid="{D5CDD505-2E9C-101B-9397-08002B2CF9AE}" pid="2" name="ICV">
    <vt:lpwstr>42753D91E92A61B19F3ED86AF5B92621_43</vt:lpwstr>
  </property>
  <property fmtid="{D5CDD505-2E9C-101B-9397-08002B2CF9AE}" pid="3" name="KSOProductBuildVer">
    <vt:lpwstr>1033-12.1.21937.21937</vt:lpwstr>
  </property>
</Properties>
</file>